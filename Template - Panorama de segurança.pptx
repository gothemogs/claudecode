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4800000" cx="64800000"/>
  <p:notesSz cx="6858000" cy="9144000"/>
  <p:embeddedFontLst>
    <p:embeddedFont>
      <p:font typeface="Poppins Light"/>
      <p:regular r:id="rId6"/>
      <p:bold r:id="rId7"/>
      <p:italic r:id="rId8"/>
      <p:boldItalic r:id="rId9"/>
    </p:embeddedFont>
    <p:embeddedFont>
      <p:font typeface="Poppins Medium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Medium-bold.fntdata"/><Relationship Id="rId10" Type="http://schemas.openxmlformats.org/officeDocument/2006/relationships/font" Target="fonts/PoppinsMedium-regular.fntdata"/><Relationship Id="rId13" Type="http://schemas.openxmlformats.org/officeDocument/2006/relationships/font" Target="fonts/PoppinsMedium-boldItalic.fntdata"/><Relationship Id="rId12" Type="http://schemas.openxmlformats.org/officeDocument/2006/relationships/font" Target="fonts/Poppins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oppinsLight-boldItalic.fntdata"/><Relationship Id="rId5" Type="http://schemas.openxmlformats.org/officeDocument/2006/relationships/slide" Target="slides/slide1.xml"/><Relationship Id="rId6" Type="http://schemas.openxmlformats.org/officeDocument/2006/relationships/font" Target="fonts/PoppinsLight-regular.fntdata"/><Relationship Id="rId7" Type="http://schemas.openxmlformats.org/officeDocument/2006/relationships/font" Target="fonts/PoppinsLight-bold.fntdata"/><Relationship Id="rId8" Type="http://schemas.openxmlformats.org/officeDocument/2006/relationships/font" Target="fonts/Poppi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208957" y="9380472"/>
            <a:ext cx="60382200" cy="25859400"/>
          </a:xfrm>
          <a:prstGeom prst="rect">
            <a:avLst/>
          </a:prstGeom>
        </p:spPr>
        <p:txBody>
          <a:bodyPr anchorCtr="0" anchor="b" bIns="815875" lIns="815875" spcFirstLastPara="1" rIns="815875" wrap="square" tIns="815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1pPr>
            <a:lvl2pPr lvl="1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2pPr>
            <a:lvl3pPr lvl="2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3pPr>
            <a:lvl4pPr lvl="3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4pPr>
            <a:lvl5pPr lvl="4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5pPr>
            <a:lvl6pPr lvl="5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6pPr>
            <a:lvl7pPr lvl="6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7pPr>
            <a:lvl8pPr lvl="7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8pPr>
            <a:lvl9pPr lvl="8" algn="ctr">
              <a:spcBef>
                <a:spcPts val="0"/>
              </a:spcBef>
              <a:spcAft>
                <a:spcPts val="0"/>
              </a:spcAft>
              <a:buSzPts val="46404"/>
              <a:buNone/>
              <a:defRPr sz="46404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08898" y="35705512"/>
            <a:ext cx="60382200" cy="99855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208898" y="27097323"/>
            <a:ext cx="60382200" cy="106053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1pPr>
            <a:lvl2pPr lvl="1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2pPr>
            <a:lvl3pPr lvl="2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3pPr>
            <a:lvl4pPr lvl="3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4pPr>
            <a:lvl5pPr lvl="4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5pPr>
            <a:lvl6pPr lvl="5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6pPr>
            <a:lvl7pPr lvl="6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7pPr>
            <a:lvl8pPr lvl="7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8pPr>
            <a:lvl9pPr lvl="8" algn="ctr">
              <a:spcBef>
                <a:spcPts val="0"/>
              </a:spcBef>
              <a:spcAft>
                <a:spcPts val="0"/>
              </a:spcAft>
              <a:buSzPts val="32126"/>
              <a:buNone/>
              <a:defRPr sz="3212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208898" y="5606614"/>
            <a:ext cx="60382200" cy="72150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1pPr>
            <a:lvl2pPr lvl="1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2pPr>
            <a:lvl3pPr lvl="2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3pPr>
            <a:lvl4pPr lvl="3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4pPr>
            <a:lvl5pPr lvl="4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5pPr>
            <a:lvl6pPr lvl="5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6pPr>
            <a:lvl7pPr lvl="6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7pPr>
            <a:lvl8pPr lvl="7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8pPr>
            <a:lvl9pPr lvl="8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208898" y="14519370"/>
            <a:ext cx="60382200" cy="430413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1248600" lvl="0" marL="457200">
              <a:spcBef>
                <a:spcPts val="0"/>
              </a:spcBef>
              <a:spcAft>
                <a:spcPts val="0"/>
              </a:spcAft>
              <a:buSzPts val="16063"/>
              <a:buChar char="●"/>
              <a:defRPr sz="16063"/>
            </a:lvl1pPr>
            <a:lvl2pPr indent="-1021933" lvl="1" marL="9144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2pPr>
            <a:lvl3pPr indent="-1021933" lvl="2" marL="13716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3pPr>
            <a:lvl4pPr indent="-1021933" lvl="3" marL="18288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4pPr>
            <a:lvl5pPr indent="-1021933" lvl="4" marL="22860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5pPr>
            <a:lvl6pPr indent="-1021933" lvl="5" marL="27432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6pPr>
            <a:lvl7pPr indent="-1021933" lvl="6" marL="32004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7pPr>
            <a:lvl8pPr indent="-1021933" lvl="7" marL="36576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8pPr>
            <a:lvl9pPr indent="-1021933" lvl="8" marL="41148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08898" y="5606614"/>
            <a:ext cx="60382200" cy="72150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1pPr>
            <a:lvl2pPr lvl="1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2pPr>
            <a:lvl3pPr lvl="2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3pPr>
            <a:lvl4pPr lvl="3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4pPr>
            <a:lvl5pPr lvl="4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5pPr>
            <a:lvl6pPr lvl="5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6pPr>
            <a:lvl7pPr lvl="6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7pPr>
            <a:lvl8pPr lvl="7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8pPr>
            <a:lvl9pPr lvl="8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08898" y="14519370"/>
            <a:ext cx="28345800" cy="430413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1021933" lvl="0" marL="4572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1pPr>
            <a:lvl2pPr indent="-908600" lvl="1" marL="9144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2pPr>
            <a:lvl3pPr indent="-908600" lvl="2" marL="13716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3pPr>
            <a:lvl4pPr indent="-908600" lvl="3" marL="18288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4pPr>
            <a:lvl5pPr indent="-908600" lvl="4" marL="22860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5pPr>
            <a:lvl6pPr indent="-908600" lvl="5" marL="27432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6pPr>
            <a:lvl7pPr indent="-908600" lvl="6" marL="32004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7pPr>
            <a:lvl8pPr indent="-908600" lvl="7" marL="36576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8pPr>
            <a:lvl9pPr indent="-908600" lvl="8" marL="41148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4245354" y="14519370"/>
            <a:ext cx="28345800" cy="430413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1021933" lvl="0" marL="4572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1pPr>
            <a:lvl2pPr indent="-908600" lvl="1" marL="9144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2pPr>
            <a:lvl3pPr indent="-908600" lvl="2" marL="13716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3pPr>
            <a:lvl4pPr indent="-908600" lvl="3" marL="18288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4pPr>
            <a:lvl5pPr indent="-908600" lvl="4" marL="22860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5pPr>
            <a:lvl6pPr indent="-908600" lvl="5" marL="27432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6pPr>
            <a:lvl7pPr indent="-908600" lvl="6" marL="32004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7pPr>
            <a:lvl8pPr indent="-908600" lvl="7" marL="36576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8pPr>
            <a:lvl9pPr indent="-908600" lvl="8" marL="41148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08898" y="5606614"/>
            <a:ext cx="60382200" cy="72150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1pPr>
            <a:lvl2pPr lvl="1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2pPr>
            <a:lvl3pPr lvl="2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3pPr>
            <a:lvl4pPr lvl="3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4pPr>
            <a:lvl5pPr lvl="4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5pPr>
            <a:lvl6pPr lvl="5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6pPr>
            <a:lvl7pPr lvl="6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7pPr>
            <a:lvl8pPr lvl="7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8pPr>
            <a:lvl9pPr lvl="8">
              <a:spcBef>
                <a:spcPts val="0"/>
              </a:spcBef>
              <a:spcAft>
                <a:spcPts val="0"/>
              </a:spcAft>
              <a:buSzPts val="24987"/>
              <a:buNone/>
              <a:defRPr sz="2498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208898" y="6999685"/>
            <a:ext cx="19899300" cy="9520500"/>
          </a:xfrm>
          <a:prstGeom prst="rect">
            <a:avLst/>
          </a:prstGeom>
        </p:spPr>
        <p:txBody>
          <a:bodyPr anchorCtr="0" anchor="b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1pPr>
            <a:lvl2pPr lvl="1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2pPr>
            <a:lvl3pPr lvl="2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3pPr>
            <a:lvl4pPr lvl="3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4pPr>
            <a:lvl5pPr lvl="4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5pPr>
            <a:lvl6pPr lvl="5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6pPr>
            <a:lvl7pPr lvl="6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7pPr>
            <a:lvl8pPr lvl="7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8pPr>
            <a:lvl9pPr lvl="8">
              <a:spcBef>
                <a:spcPts val="0"/>
              </a:spcBef>
              <a:spcAft>
                <a:spcPts val="0"/>
              </a:spcAft>
              <a:buSzPts val="21417"/>
              <a:buNone/>
              <a:defRPr sz="2141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208898" y="17506772"/>
            <a:ext cx="19899300" cy="400554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908600" lvl="0" marL="4572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1pPr>
            <a:lvl2pPr indent="-908600" lvl="1" marL="9144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2pPr>
            <a:lvl3pPr indent="-908600" lvl="2" marL="13716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3pPr>
            <a:lvl4pPr indent="-908600" lvl="3" marL="18288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4pPr>
            <a:lvl5pPr indent="-908600" lvl="4" marL="22860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5pPr>
            <a:lvl6pPr indent="-908600" lvl="5" marL="27432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6pPr>
            <a:lvl7pPr indent="-908600" lvl="6" marL="3200400">
              <a:spcBef>
                <a:spcPts val="0"/>
              </a:spcBef>
              <a:spcAft>
                <a:spcPts val="0"/>
              </a:spcAft>
              <a:buSzPts val="10709"/>
              <a:buChar char="●"/>
              <a:defRPr sz="10709"/>
            </a:lvl7pPr>
            <a:lvl8pPr indent="-908600" lvl="7" marL="3657600">
              <a:spcBef>
                <a:spcPts val="0"/>
              </a:spcBef>
              <a:spcAft>
                <a:spcPts val="0"/>
              </a:spcAft>
              <a:buSzPts val="10709"/>
              <a:buChar char="○"/>
              <a:defRPr sz="10709"/>
            </a:lvl8pPr>
            <a:lvl9pPr indent="-908600" lvl="8" marL="4114800">
              <a:spcBef>
                <a:spcPts val="0"/>
              </a:spcBef>
              <a:spcAft>
                <a:spcPts val="0"/>
              </a:spcAft>
              <a:buSzPts val="10709"/>
              <a:buChar char="■"/>
              <a:defRPr sz="1070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474213" y="5671181"/>
            <a:ext cx="45126000" cy="515376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1pPr>
            <a:lvl2pPr lvl="1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2pPr>
            <a:lvl3pPr lvl="2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3pPr>
            <a:lvl4pPr lvl="3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4pPr>
            <a:lvl5pPr lvl="4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5pPr>
            <a:lvl6pPr lvl="5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6pPr>
            <a:lvl7pPr lvl="6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7pPr>
            <a:lvl8pPr lvl="7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8pPr>
            <a:lvl9pPr lvl="8">
              <a:spcBef>
                <a:spcPts val="0"/>
              </a:spcBef>
              <a:spcAft>
                <a:spcPts val="0"/>
              </a:spcAft>
              <a:buSzPts val="42835"/>
              <a:buNone/>
              <a:defRPr sz="42835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2400000" y="-1575"/>
            <a:ext cx="32400000" cy="64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15875" lIns="815875" spcFirstLastPara="1" rIns="815875" wrap="square" tIns="81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881496" y="15536063"/>
            <a:ext cx="28666800" cy="18674700"/>
          </a:xfrm>
          <a:prstGeom prst="rect">
            <a:avLst/>
          </a:prstGeom>
        </p:spPr>
        <p:txBody>
          <a:bodyPr anchorCtr="0" anchor="b" bIns="815875" lIns="815875" spcFirstLastPara="1" rIns="815875" wrap="square" tIns="815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1pPr>
            <a:lvl2pPr lvl="1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2pPr>
            <a:lvl3pPr lvl="2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3pPr>
            <a:lvl4pPr lvl="3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4pPr>
            <a:lvl5pPr lvl="4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5pPr>
            <a:lvl6pPr lvl="5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6pPr>
            <a:lvl7pPr lvl="6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7pPr>
            <a:lvl8pPr lvl="7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8pPr>
            <a:lvl9pPr lvl="8" algn="ctr">
              <a:spcBef>
                <a:spcPts val="0"/>
              </a:spcBef>
              <a:spcAft>
                <a:spcPts val="0"/>
              </a:spcAft>
              <a:buSzPts val="37480"/>
              <a:buNone/>
              <a:defRPr sz="3748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881496" y="35314331"/>
            <a:ext cx="28666800" cy="155604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40"/>
              <a:buNone/>
              <a:defRPr sz="1874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5004331" y="9122205"/>
            <a:ext cx="27191400" cy="465525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indent="-1248600" lvl="0" marL="457200">
              <a:spcBef>
                <a:spcPts val="0"/>
              </a:spcBef>
              <a:spcAft>
                <a:spcPts val="0"/>
              </a:spcAft>
              <a:buSzPts val="16063"/>
              <a:buChar char="●"/>
              <a:defRPr sz="16063"/>
            </a:lvl1pPr>
            <a:lvl2pPr indent="-1021933" lvl="1" marL="9144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2pPr>
            <a:lvl3pPr indent="-1021933" lvl="2" marL="13716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3pPr>
            <a:lvl4pPr indent="-1021933" lvl="3" marL="18288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4pPr>
            <a:lvl5pPr indent="-1021933" lvl="4" marL="22860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5pPr>
            <a:lvl6pPr indent="-1021933" lvl="5" marL="27432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6pPr>
            <a:lvl7pPr indent="-1021933" lvl="6" marL="3200400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7pPr>
            <a:lvl8pPr indent="-1021933" lvl="7" marL="3657600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8pPr>
            <a:lvl9pPr indent="-1021933" lvl="8" marL="4114800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208898" y="53298583"/>
            <a:ext cx="42511200" cy="76233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63"/>
              <a:buNone/>
              <a:defRPr sz="1606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208898" y="13935433"/>
            <a:ext cx="60382200" cy="24737100"/>
          </a:xfrm>
          <a:prstGeom prst="rect">
            <a:avLst/>
          </a:prstGeom>
        </p:spPr>
        <p:txBody>
          <a:bodyPr anchorCtr="0" anchor="b" bIns="815875" lIns="815875" spcFirstLastPara="1" rIns="815875" wrap="square" tIns="815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1pPr>
            <a:lvl2pPr lvl="1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2pPr>
            <a:lvl3pPr lvl="2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3pPr>
            <a:lvl4pPr lvl="3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4pPr>
            <a:lvl5pPr lvl="4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5pPr>
            <a:lvl6pPr lvl="5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6pPr>
            <a:lvl7pPr lvl="6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7pPr>
            <a:lvl8pPr lvl="7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8pPr>
            <a:lvl9pPr lvl="8" algn="ctr">
              <a:spcBef>
                <a:spcPts val="0"/>
              </a:spcBef>
              <a:spcAft>
                <a:spcPts val="0"/>
              </a:spcAft>
              <a:buSzPts val="107087"/>
              <a:buNone/>
              <a:defRPr sz="10708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208898" y="39713071"/>
            <a:ext cx="60382200" cy="16388100"/>
          </a:xfrm>
          <a:prstGeom prst="rect">
            <a:avLst/>
          </a:prstGeom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1248600" lvl="0" marL="457200" algn="ctr">
              <a:spcBef>
                <a:spcPts val="0"/>
              </a:spcBef>
              <a:spcAft>
                <a:spcPts val="0"/>
              </a:spcAft>
              <a:buSzPts val="16063"/>
              <a:buChar char="●"/>
              <a:defRPr sz="16063"/>
            </a:lvl1pPr>
            <a:lvl2pPr indent="-1021933" lvl="1" marL="914400" algn="ctr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2pPr>
            <a:lvl3pPr indent="-1021933" lvl="2" marL="1371600" algn="ctr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3pPr>
            <a:lvl4pPr indent="-1021933" lvl="3" marL="1828800" algn="ctr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4pPr>
            <a:lvl5pPr indent="-1021933" lvl="4" marL="2286000" algn="ctr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5pPr>
            <a:lvl6pPr indent="-1021933" lvl="5" marL="2743200" algn="ctr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6pPr>
            <a:lvl7pPr indent="-1021933" lvl="6" marL="3200400" algn="ctr">
              <a:spcBef>
                <a:spcPts val="0"/>
              </a:spcBef>
              <a:spcAft>
                <a:spcPts val="0"/>
              </a:spcAft>
              <a:buSzPts val="12493"/>
              <a:buChar char="●"/>
              <a:defRPr sz="12493"/>
            </a:lvl7pPr>
            <a:lvl8pPr indent="-1021933" lvl="7" marL="3657600" algn="ctr">
              <a:spcBef>
                <a:spcPts val="0"/>
              </a:spcBef>
              <a:spcAft>
                <a:spcPts val="0"/>
              </a:spcAft>
              <a:buSzPts val="12493"/>
              <a:buChar char="○"/>
              <a:defRPr sz="12493"/>
            </a:lvl8pPr>
            <a:lvl9pPr indent="-1021933" lvl="8" marL="4114800" algn="ctr">
              <a:spcBef>
                <a:spcPts val="0"/>
              </a:spcBef>
              <a:spcAft>
                <a:spcPts val="0"/>
              </a:spcAft>
              <a:buSzPts val="12493"/>
              <a:buChar char="■"/>
              <a:defRPr sz="1249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>
              <a:buNone/>
              <a:defRPr sz="8924"/>
            </a:lvl1pPr>
            <a:lvl2pPr lvl="1">
              <a:buNone/>
              <a:defRPr sz="8924"/>
            </a:lvl2pPr>
            <a:lvl3pPr lvl="2">
              <a:buNone/>
              <a:defRPr sz="8924"/>
            </a:lvl3pPr>
            <a:lvl4pPr lvl="3">
              <a:buNone/>
              <a:defRPr sz="8924"/>
            </a:lvl4pPr>
            <a:lvl5pPr lvl="4">
              <a:buNone/>
              <a:defRPr sz="8924"/>
            </a:lvl5pPr>
            <a:lvl6pPr lvl="5">
              <a:buNone/>
              <a:defRPr sz="8924"/>
            </a:lvl6pPr>
            <a:lvl7pPr lvl="6">
              <a:buNone/>
              <a:defRPr sz="8924"/>
            </a:lvl7pPr>
            <a:lvl8pPr lvl="7">
              <a:buNone/>
              <a:defRPr sz="8924"/>
            </a:lvl8pPr>
            <a:lvl9pPr lvl="8">
              <a:buNone/>
              <a:defRPr sz="892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08898" y="5606614"/>
            <a:ext cx="60382200" cy="7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875" lIns="815875" spcFirstLastPara="1" rIns="815875" wrap="square" tIns="815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87"/>
              <a:buNone/>
              <a:defRPr sz="2498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08898" y="14519370"/>
            <a:ext cx="60382200" cy="43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5875" lIns="815875" spcFirstLastPara="1" rIns="815875" wrap="square" tIns="815875">
            <a:normAutofit/>
          </a:bodyPr>
          <a:lstStyle>
            <a:lvl1pPr indent="-124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63"/>
              <a:buChar char="●"/>
              <a:defRPr sz="16063">
                <a:solidFill>
                  <a:schemeClr val="dk2"/>
                </a:solidFill>
              </a:defRPr>
            </a:lvl1pPr>
            <a:lvl2pPr indent="-1021933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○"/>
              <a:defRPr sz="12493">
                <a:solidFill>
                  <a:schemeClr val="dk2"/>
                </a:solidFill>
              </a:defRPr>
            </a:lvl2pPr>
            <a:lvl3pPr indent="-102193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■"/>
              <a:defRPr sz="12493">
                <a:solidFill>
                  <a:schemeClr val="dk2"/>
                </a:solidFill>
              </a:defRPr>
            </a:lvl3pPr>
            <a:lvl4pPr indent="-102193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●"/>
              <a:defRPr sz="12493">
                <a:solidFill>
                  <a:schemeClr val="dk2"/>
                </a:solidFill>
              </a:defRPr>
            </a:lvl4pPr>
            <a:lvl5pPr indent="-102193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○"/>
              <a:defRPr sz="12493">
                <a:solidFill>
                  <a:schemeClr val="dk2"/>
                </a:solidFill>
              </a:defRPr>
            </a:lvl5pPr>
            <a:lvl6pPr indent="-102193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■"/>
              <a:defRPr sz="12493">
                <a:solidFill>
                  <a:schemeClr val="dk2"/>
                </a:solidFill>
              </a:defRPr>
            </a:lvl6pPr>
            <a:lvl7pPr indent="-102193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●"/>
              <a:defRPr sz="12493">
                <a:solidFill>
                  <a:schemeClr val="dk2"/>
                </a:solidFill>
              </a:defRPr>
            </a:lvl7pPr>
            <a:lvl8pPr indent="-102193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○"/>
              <a:defRPr sz="12493">
                <a:solidFill>
                  <a:schemeClr val="dk2"/>
                </a:solidFill>
              </a:defRPr>
            </a:lvl8pPr>
            <a:lvl9pPr indent="-102193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493"/>
              <a:buChar char="■"/>
              <a:defRPr sz="1249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0041040" y="58749188"/>
            <a:ext cx="3888300" cy="49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5875" lIns="815875" spcFirstLastPara="1" rIns="815875" wrap="square" tIns="815875">
            <a:normAutofit/>
          </a:bodyPr>
          <a:lstStyle>
            <a:lvl1pPr lvl="0" algn="r">
              <a:buNone/>
              <a:defRPr sz="8924">
                <a:solidFill>
                  <a:schemeClr val="dk2"/>
                </a:solidFill>
              </a:defRPr>
            </a:lvl1pPr>
            <a:lvl2pPr lvl="1" algn="r">
              <a:buNone/>
              <a:defRPr sz="8924">
                <a:solidFill>
                  <a:schemeClr val="dk2"/>
                </a:solidFill>
              </a:defRPr>
            </a:lvl2pPr>
            <a:lvl3pPr lvl="2" algn="r">
              <a:buNone/>
              <a:defRPr sz="8924">
                <a:solidFill>
                  <a:schemeClr val="dk2"/>
                </a:solidFill>
              </a:defRPr>
            </a:lvl3pPr>
            <a:lvl4pPr lvl="3" algn="r">
              <a:buNone/>
              <a:defRPr sz="8924">
                <a:solidFill>
                  <a:schemeClr val="dk2"/>
                </a:solidFill>
              </a:defRPr>
            </a:lvl4pPr>
            <a:lvl5pPr lvl="4" algn="r">
              <a:buNone/>
              <a:defRPr sz="8924">
                <a:solidFill>
                  <a:schemeClr val="dk2"/>
                </a:solidFill>
              </a:defRPr>
            </a:lvl5pPr>
            <a:lvl6pPr lvl="5" algn="r">
              <a:buNone/>
              <a:defRPr sz="8924">
                <a:solidFill>
                  <a:schemeClr val="dk2"/>
                </a:solidFill>
              </a:defRPr>
            </a:lvl6pPr>
            <a:lvl7pPr lvl="6" algn="r">
              <a:buNone/>
              <a:defRPr sz="8924">
                <a:solidFill>
                  <a:schemeClr val="dk2"/>
                </a:solidFill>
              </a:defRPr>
            </a:lvl7pPr>
            <a:lvl8pPr lvl="7" algn="r">
              <a:buNone/>
              <a:defRPr sz="8924">
                <a:solidFill>
                  <a:schemeClr val="dk2"/>
                </a:solidFill>
              </a:defRPr>
            </a:lvl8pPr>
            <a:lvl9pPr lvl="8" algn="r">
              <a:buNone/>
              <a:defRPr sz="8924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3405602" y="18138425"/>
            <a:ext cx="19434900" cy="9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500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58</a:t>
            </a:r>
            <a:endParaRPr sz="37500">
              <a:solidFill>
                <a:srgbClr val="0D1F5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8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Suspeitos indiciados</a:t>
            </a:r>
            <a:endParaRPr sz="108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8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 o auxílio da Gabriel</a:t>
            </a:r>
            <a:endParaRPr sz="108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8323289"/>
            <a:ext cx="35919600" cy="3312600"/>
          </a:xfrm>
          <a:prstGeom prst="rect">
            <a:avLst/>
          </a:prstGeom>
          <a:solidFill>
            <a:srgbClr val="4FFF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43622412"/>
            <a:ext cx="26548800" cy="3312600"/>
          </a:xfrm>
          <a:prstGeom prst="rect">
            <a:avLst/>
          </a:prstGeom>
          <a:solidFill>
            <a:srgbClr val="4FFF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48507445"/>
            <a:ext cx="23595600" cy="3312600"/>
          </a:xfrm>
          <a:prstGeom prst="rect">
            <a:avLst/>
          </a:prstGeom>
          <a:solidFill>
            <a:srgbClr val="4FFF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1" y="53444252"/>
            <a:ext cx="18779400" cy="3312600"/>
          </a:xfrm>
          <a:prstGeom prst="rect">
            <a:avLst/>
          </a:prstGeom>
          <a:solidFill>
            <a:srgbClr val="4FFF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6575" y="3445850"/>
            <a:ext cx="18779402" cy="410799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3735437" y="10488010"/>
            <a:ext cx="42130500" cy="56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7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// Itaim Bibi em foco,</a:t>
            </a:r>
            <a:endParaRPr sz="17763">
              <a:solidFill>
                <a:srgbClr val="0D1F5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763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</a:t>
            </a:r>
            <a:r>
              <a:rPr lang="pt-BR" sz="157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panorama de segurança</a:t>
            </a:r>
            <a:endParaRPr sz="157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6548801" y="18138425"/>
            <a:ext cx="15454200" cy="9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500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129</a:t>
            </a:r>
            <a:endParaRPr sz="37500">
              <a:solidFill>
                <a:srgbClr val="0D1F5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8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 de ocorrências </a:t>
            </a:r>
            <a:endParaRPr sz="108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8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criminais analisadas</a:t>
            </a:r>
            <a:endParaRPr sz="108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101660" y="18138425"/>
            <a:ext cx="19434900" cy="9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500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240</a:t>
            </a:r>
            <a:endParaRPr sz="37500">
              <a:solidFill>
                <a:srgbClr val="0D1F5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8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Câmeras espalhadas pela nossa Área de Proteção</a:t>
            </a:r>
            <a:endParaRPr sz="108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835746" y="30904800"/>
            <a:ext cx="42130500" cy="53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7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// Roubo,</a:t>
            </a:r>
            <a:endParaRPr sz="17763">
              <a:solidFill>
                <a:srgbClr val="0D1F5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o crime mais comum na região</a:t>
            </a:r>
            <a:endParaRPr sz="157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5051850" y="3445850"/>
            <a:ext cx="16142400" cy="23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1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[2023 - hoje]</a:t>
            </a:r>
            <a:endParaRPr sz="14163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6802221" y="38481689"/>
            <a:ext cx="42130500" cy="29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51 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Roubo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8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(Lei nº 2.848/40 - Art. 157)</a:t>
            </a:r>
            <a:endParaRPr sz="82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7327800" y="43780812"/>
            <a:ext cx="42130500" cy="29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32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F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urto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8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(Lei nº 2.848/40 - Art. 155)</a:t>
            </a:r>
            <a:endParaRPr sz="82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4374725" y="48665845"/>
            <a:ext cx="42130500" cy="29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22 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Estelionato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8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(Lei nº 2.848/40 - Art. 171)</a:t>
            </a:r>
            <a:endParaRPr sz="82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0188224" y="53602652"/>
            <a:ext cx="42130500" cy="29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Colisão entre Veículos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8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(Lei nº 9.503/97 - Art. 29)</a:t>
            </a:r>
            <a:endParaRPr sz="82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1" y="58381052"/>
            <a:ext cx="18779400" cy="3312600"/>
          </a:xfrm>
          <a:prstGeom prst="rect">
            <a:avLst/>
          </a:prstGeom>
          <a:solidFill>
            <a:srgbClr val="4FFF9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20188224" y="58539452"/>
            <a:ext cx="42130500" cy="29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12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Tentativa de crime</a:t>
            </a:r>
            <a:r>
              <a:rPr lang="pt-BR" sz="18263">
                <a:solidFill>
                  <a:srgbClr val="0D1F5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8200">
                <a:solidFill>
                  <a:srgbClr val="0D1F5E"/>
                </a:solidFill>
                <a:latin typeface="Poppins Light"/>
                <a:ea typeface="Poppins Light"/>
                <a:cs typeface="Poppins Light"/>
                <a:sym typeface="Poppins Light"/>
              </a:rPr>
              <a:t>(Lei nº 2.848/40 - Art. 14,II)</a:t>
            </a:r>
            <a:endParaRPr sz="8200">
              <a:solidFill>
                <a:srgbClr val="0D1F5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